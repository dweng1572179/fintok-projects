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1097280" cy="0"/>
          </a:xfrm>
          <a:prstGeom prst="line">
            <a:avLst/>
          </a:prstGeom>
          <a:noFill/>
          <a:ln w="31750">
            <a:solidFill>
              <a:srgbClr val="B08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MEMORANDUM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Name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Address · City, 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640080"/>
            <a:ext cx="3383280" cy="19202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COVER PHOTO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Offered By  ·  Brokerage Name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56032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$0,000,000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560320" cy="12344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$000,000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5256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UNIT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one — the core thesis of the offering in a single sentence.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two — market position, tenancy, or upside story.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three — physical condition, recent capital work.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four — location advantage and access.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6692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Address, City,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Built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00,000 SF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 spaces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0000-000-000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828800"/>
            <a:ext cx="4937760" cy="201168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EXTERIOR PHOTO 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0" y="4023360"/>
            <a:ext cx="2377440" cy="173736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235440" y="4023360"/>
            <a:ext cx="2377440" cy="173736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&amp;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943600" cy="42062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LOCATION MAP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Submarket Narrative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sentences on the neighborhood, drivers of demand, and why this location matters to the offering. Replace with market color.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8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Submarket Vacancy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4279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8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43525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Asking 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49011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8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00,000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(1 mi)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5522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8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$00,000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Potential 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Gross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310896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&amp; Assumptions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25146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the underwriting assumptions here — tax reassessment, expense basis, management load.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Roll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In-Place 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BD / 1 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BD / 1 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BD / 2 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Avg.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Comparable Sales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9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754880" cy="4206240"/>
          </a:xfrm>
          <a:prstGeom prst="rect">
            <a:avLst/>
          </a:prstGeom>
          <a:solidFill>
            <a:srgbClr val="F5F4F0"/>
          </a:solidFill>
          <a:ln w="12700">
            <a:solidFill>
              <a:srgbClr val="D9D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COMPS MAP ]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  <a:gridCol w="15087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1 —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2 —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3 —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4 —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5 —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A2E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Name · Offering Memorandum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468880"/>
            <a:ext cx="1097280" cy="0"/>
          </a:xfrm>
          <a:prstGeom prst="line">
            <a:avLst/>
          </a:prstGeom>
          <a:noFill/>
          <a:ln w="31750">
            <a:solidFill>
              <a:srgbClr val="B08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08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Exclusive Listing Team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License 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email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4389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License No.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template ships with OM Builder as a formatting reference — drop it in the template zone, or use any deck of your own.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OM Template</dc:title>
  <dc:subject>PptxGenJS Presentation</dc:subject>
  <dc:creator>PptxGenJS</dc:creator>
  <cp:lastModifiedBy>PptxGenJS</cp:lastModifiedBy>
  <cp:revision>1</cp:revision>
  <dcterms:created xsi:type="dcterms:W3CDTF">2026-07-12T19:01:29Z</dcterms:created>
  <dcterms:modified xsi:type="dcterms:W3CDTF">2026-07-12T19:01:29Z</dcterms:modified>
</cp:coreProperties>
</file>